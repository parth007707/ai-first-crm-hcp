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AI-First CRM HCP Module &amp; QMS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 Assignment</a:t>
            </a:r>
          </a:p>
          <a:p>
            <a:r>
              <a:t>Name: Parth Atrishi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CRM for HCPs</a:t>
            </a:r>
          </a:p>
          <a:p>
            <a:r>
              <a:t>• Dual Interface: Form + Chat</a:t>
            </a:r>
          </a:p>
          <a:p>
            <a:r>
              <a:t>• Backend: LangGraph + Groq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→ Redux → FastAPI → LangGraph → LLM →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 Interaction</a:t>
            </a:r>
          </a:p>
          <a:p>
            <a:r>
              <a:t>• Edit Interaction</a:t>
            </a:r>
          </a:p>
          <a:p>
            <a:r>
              <a:t>• HCP Lookup</a:t>
            </a:r>
          </a:p>
          <a:p>
            <a:r>
              <a:t>• Compliance Validator</a:t>
            </a:r>
          </a:p>
          <a:p>
            <a:r>
              <a:t>• Follow-Up Recommendation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In-Process Quality</a:t>
            </a:r>
          </a:p>
          <a:p>
            <a:r>
              <a:t>• In-Product Quality</a:t>
            </a:r>
          </a:p>
          <a:p>
            <a:r>
              <a:t>• QMS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Deviation &amp; CAPA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Issue → Log → Root Cause → Action → Verify → Close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Complaints</a:t>
            </a:r>
          </a:p>
          <a:p>
            <a:r>
              <a:t>• Recall Management</a:t>
            </a:r>
          </a:p>
          <a:p>
            <a:r>
              <a:t>• Adverse Event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in SME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QA Officer vs Production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+ Business + Compliance Understanding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